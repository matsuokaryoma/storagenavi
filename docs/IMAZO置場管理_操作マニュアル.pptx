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94560"/>
            <a:ext cx="1280160" cy="12801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68880" y="2286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468880" y="3017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操作マニュアル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造船所パーツ置場アプリ — 全機能ガイド（管理者向け含む）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対象アプリ: </a:t>
            </a:r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</a:rPr>
              <a:t>iOSアプリ「IMAZO置場管理」（バージョン 1.0 / フェーズ1）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対象端末: </a:t>
            </a:r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</a:rPr>
              <a:t>iPhone（SE3 / 16eなど） + iPad（参考）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想定読者: </a:t>
            </a:r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</a:rPr>
              <a:t>現場作業者、現場リーダー、システム管理者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文書: IMAZO置場管理 操作マニュアル / 発行日 2026-04-25 / フェーズ1版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本書は3章構成 — 基本操作・運用機能・管理者機能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657600" cy="457200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3657600" cy="7772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基本操作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P.04  はじめに / 用語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P.05  初回セットアップ（ユーザー名登録）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P.06  ホーム画面の見方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P.07  パーツを登録する①（撮影・OCR）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P.08  パーツを登録する②（確認・保存）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554480"/>
            <a:ext cx="3657600" cy="457200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554480"/>
            <a:ext cx="3657600" cy="7772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検索・閲覧・編集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920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P.09  パーツを検索する（テキスト）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P.10  カメラで再スキャン検索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204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P.11  検索結果を見る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P.12  地図で見る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P.13  パーツ詳細画面の見方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P.14  パーツを編集する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P.15  使用済みにする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P.16  位置情報を更新する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P.17  置場に戻す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58200" y="1554480"/>
            <a:ext cx="3657600" cy="457200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1554480"/>
            <a:ext cx="3657600" cy="7772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III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管理者機能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3252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P.18  監査ログを確認する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325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P.19  棚卸し提案を処理する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325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P.20  CSVエクスポート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325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P.21  設定 / ユーザー名変更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73252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P.22  FAQ・トラブルシュート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I — 基本操作 ／ はじめに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用語と基本ルール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212080" cy="47548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このアプリでできること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286000"/>
            <a:ext cx="201168" cy="201168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パーツの登録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カメラで撮るだけ。OCRと位置情報を自動取得。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2926080"/>
            <a:ext cx="201168" cy="201168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パーツの検索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テキスト検索またはカメラで再スキャンして検索。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3566160"/>
            <a:ext cx="201168" cy="201168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566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場所の確認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地図でおおよその位置を視覚的に確認。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4206240"/>
            <a:ext cx="201168" cy="201168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状態の管理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 ⇄ 使用済み を切り替え。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4846320"/>
            <a:ext cx="201168" cy="201168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846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履歴の確認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全ての変化が監査ログに残ります。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5486400"/>
            <a:ext cx="201168" cy="201168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486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データ出力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CSV形式でExcelや報告書にそのまま使えます。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1508760"/>
            <a:ext cx="52120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基本用語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5508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鉄板加工後の部品1個。本アプリで管理する単位。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2761488"/>
            <a:ext cx="4846320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834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置場に置かれており、まだ使用されていない状態。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3401568"/>
            <a:ext cx="4846320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3474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組立工程で使われた／不要になった状態。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55080" y="4041648"/>
            <a:ext cx="4846320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Optical Character Recognition（文字認識）。チョーク文字も対応。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4681728"/>
            <a:ext cx="4846320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4754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0" y="4754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誰が・いつ・何をしたかの履歴。append-onlyで残します。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5321808"/>
            <a:ext cx="4846320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5394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棚卸し提案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589520" y="5394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6ヶ月以上動いていないパーツを自動検出する機能。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初回セットアップ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アプリを最初に開いたときの流れ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2248985"/>
            <a:ext cx="914400" cy="914400"/>
          </a:xfrm>
          <a:prstGeom prst="ellipse">
            <a:avLst/>
          </a:prstGeom>
          <a:solidFill>
            <a:srgbClr val="0F4C75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248985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55218" y="3300545"/>
            <a:ext cx="18214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ようこそ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5218" y="3574865"/>
            <a:ext cx="18214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お名前を入力してください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6658" y="4077785"/>
            <a:ext cx="1638605" cy="41148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098" y="4077785"/>
            <a:ext cx="14557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一郎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5218" y="4626425"/>
            <a:ext cx="18214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監査ログに記録される名前です。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登録後も設定画面から変更できます。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6658" y="5906585"/>
            <a:ext cx="1638605" cy="411480"/>
          </a:xfrm>
          <a:prstGeom prst="roundRect">
            <a:avLst>
              <a:gd name="adj" fmla="val 17778"/>
            </a:avLst>
          </a:prstGeom>
          <a:solidFill>
            <a:srgbClr val="0F4C75"/>
          </a:solidFill>
          <a:ln/>
        </p:spPr>
      </p:sp>
      <p:sp>
        <p:nvSpPr>
          <p:cNvPr id="17" name="Text 15"/>
          <p:cNvSpPr/>
          <p:nvPr/>
        </p:nvSpPr>
        <p:spPr>
          <a:xfrm>
            <a:off x="1146658" y="5906585"/>
            <a:ext cx="16386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はじめる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セットアップの3ステップ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アプリをタップして起動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87952" y="2487168"/>
            <a:ext cx="7223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ホーム画面の「IMAZO置場管理」アイコンをタップ。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初回起動時は権限ダイアログ（カメラ・位置情報）が表示されます。すべて「許可」を選択してください。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32826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187952" y="32461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ユーザー名を入力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87952" y="3538728"/>
            <a:ext cx="7223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監査ログに残る名前を入力します。社内呼称で構いません（例: 田中 一郎、Tanaka）。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空白のままでは進めません。後から変更も可能です。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433425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187952" y="42976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「はじめる」をタップ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87952" y="4590288"/>
            <a:ext cx="7223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ホーム画面が表示され、すぐに登録・検索が始められます。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この作業は1端末につき初回のみ。一度設定すればアプリを再起動しても省略されます。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5669280"/>
            <a:ext cx="7772400" cy="640080"/>
          </a:xfrm>
          <a:prstGeom prst="rect">
            <a:avLst/>
          </a:prstGeom>
          <a:solidFill>
            <a:srgbClr val="3282B8">
              <a:alpha val="10000"/>
            </a:srgbClr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5669280"/>
            <a:ext cx="91440" cy="6400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57150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管理者向けメモ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ユーザー識別は「ユーザー名 ＋ 端末固有ID（identifierForVendor）」で行います。1端末＝1名運用を推奨。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ホーム画面の見方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アプリ起動後の最初の画面 — 全機能の入口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Text 7"/>
          <p:cNvSpPr/>
          <p:nvPr/>
        </p:nvSpPr>
        <p:spPr>
          <a:xfrm>
            <a:off x="2693822" y="19746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2338" y="2431865"/>
            <a:ext cx="2187245" cy="1097280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72338" y="2523305"/>
            <a:ext cx="21872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72338" y="3026225"/>
            <a:ext cx="2187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2338" y="3254825"/>
            <a:ext cx="2187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鉄板パーツの置場を記録・検索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55218" y="3712025"/>
            <a:ext cx="1821485" cy="411480"/>
          </a:xfrm>
          <a:prstGeom prst="roundRect">
            <a:avLst>
              <a:gd name="adj" fmla="val 17778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5218" y="3712025"/>
            <a:ext cx="18214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登録する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5218" y="4214945"/>
            <a:ext cx="1821485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5218" y="4214945"/>
            <a:ext cx="18214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データを探す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5218" y="4717865"/>
            <a:ext cx="1821485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5218" y="4717865"/>
            <a:ext cx="18214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地図で見る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5218" y="5220785"/>
            <a:ext cx="1821485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5218" y="5220785"/>
            <a:ext cx="18214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4つのボタン + 設定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657600" y="2286000"/>
            <a:ext cx="109728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2286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登録する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86200" y="2560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新しいパーツを登録するときに押します。カメラが起動します（P.07）。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063240"/>
            <a:ext cx="109728" cy="6400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3063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データを探す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3337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保管中・使用済みのパーツを検索します（P.09）。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840480"/>
            <a:ext cx="109728" cy="6400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3840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地図で見る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862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全パーツを地図上に表示。広く見渡したいときに（P.12）。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4617720"/>
            <a:ext cx="109728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3886200" y="4617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86200" y="4892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全ての変化の履歴を時系列で確認します（P.18）。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0" y="5394960"/>
            <a:ext cx="109728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3886200" y="5394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⚙ 設定（右上の歯車）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86200" y="5669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ユーザー名の変更、CSVエクスポートはこちらから（P.21）。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パーツを登録する ① — 撮影とOCR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「登録する」ボタンを押した直後の画面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1B262C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Text 7"/>
          <p:cNvSpPr/>
          <p:nvPr/>
        </p:nvSpPr>
        <p:spPr>
          <a:xfrm>
            <a:off x="963778" y="1928945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&lt; 戻る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2338" y="1928945"/>
            <a:ext cx="21872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2338" y="2248985"/>
            <a:ext cx="2187245" cy="306373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92378" y="3163385"/>
            <a:ext cx="169164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5A62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192378" y="3163385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2338" y="4260665"/>
            <a:ext cx="2187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黄色枠の中に印字を合わせて撮影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5482742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557418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撮影のコツ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ホームで「登録する」をタップ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87952" y="24871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カメラへのアクセスを初回だけ確認されます。「OK」を選択してください。位置情報も同様。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1455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187952" y="31089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黄色の枠（照準）に印字を入れる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87952" y="34015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パーツに書かれた識別番号やチョーク文字を枠に収めます。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手ブレを防ぐため、肘を体に固定すると安定します。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40599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187952" y="4023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白丸のシャッターをタップ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87952" y="43159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撮影と同時にOCR（文字認識）と位置情報の取得が始まります。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どちらも自動で並行処理されるので、操作は1タップだけ。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5349240"/>
            <a:ext cx="7772400" cy="960120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5349240"/>
            <a:ext cx="91440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53949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うまく読み取れないとき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56692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・印字が剥がれかけ／チョーク文字がかすれていると認識精度が下がります → P.08で手動修正できます。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・暗い場所では影が出ます → 真上から照らし、自影を作らないように。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・極端な傾きはNG → なるべく真正面から、パーツに対して垂直に構えてください。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パーツを登録する ② — 確認・保存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シャッター後の入力フォーム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登録内容の確認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0942" y="1883225"/>
            <a:ext cx="45720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08760" y="2370526"/>
            <a:ext cx="914400" cy="640080"/>
          </a:xfrm>
          <a:prstGeom prst="rect">
            <a:avLst/>
          </a:prstGeom>
          <a:solidFill>
            <a:srgbClr val="1B262C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37052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撮影画像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09498" y="3147766"/>
            <a:ext cx="1912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9498" y="3348934"/>
            <a:ext cx="1912925" cy="365760"/>
          </a:xfrm>
          <a:prstGeom prst="rect">
            <a:avLst/>
          </a:prstGeom>
          <a:solidFill>
            <a:srgbClr val="F1F6FB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0938" y="3348934"/>
            <a:ext cx="17300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9498" y="3851854"/>
            <a:ext cx="1912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備考（任意）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09498" y="4053022"/>
            <a:ext cx="1912925" cy="502920"/>
          </a:xfrm>
          <a:prstGeom prst="rect">
            <a:avLst/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0938" y="4053022"/>
            <a:ext cx="17300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歪みあり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9498" y="4693102"/>
            <a:ext cx="874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47236" y="4693102"/>
            <a:ext cx="12029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34.0712, 133.0024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9498" y="4985710"/>
            <a:ext cx="874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GPS精度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47236" y="4985710"/>
            <a:ext cx="12029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±5m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9498" y="5278318"/>
            <a:ext cx="874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47236" y="5278318"/>
            <a:ext cx="12029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一郎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確認・修正・保存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OCR結果を確認・修正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87952" y="24871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「パーツ名」欄にOCR結果が自動入力されます。誤読があればタップして修正してください。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「A-l234」→ 「A-1234」（小文字エルが1と誤認識されたケース）。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31455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187952" y="31089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備考を入力（任意・最大500文字）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87952" y="34015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気づいたことがあれば自由記述で。例:「歪みあり」「右側に黒色テープ」「至急用」など。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後からも追記可能なので、必須ではありません。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40599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187952" y="4023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右上の「保存」をタップ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87952" y="43159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Part（パーツ本体）と PartEvent（監査ログ）が同時に書き込まれます。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保存成功時は画面下部に「登録しました」と1〜2秒トーストが出ます。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0" y="5349240"/>
            <a:ext cx="7772400" cy="96012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5349240"/>
            <a:ext cx="91440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53949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重複検出について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56692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同じパーツ名がすでに登録されている場合、ダイアログが出ます。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・「上書き保存」: 既存パーツの内容を更新します（旧データはPartEventに残る）。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・「別名で保存」: 末尾に番号が付与され、別パーツとして保存されます。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パーツを検索する（テキスト）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 → 「データを探す」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データを探す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5218" y="2461966"/>
            <a:ext cx="1821485" cy="411480"/>
          </a:xfrm>
          <a:prstGeom prst="roundRect">
            <a:avLst>
              <a:gd name="adj" fmla="val 17778"/>
            </a:avLst>
          </a:prstGeom>
          <a:solidFill>
            <a:srgbClr val="F1F6FB"/>
          </a:solidFill>
          <a:ln w="12700">
            <a:solidFill>
              <a:srgbClr val="D7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92378" y="2461966"/>
            <a:ext cx="15471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5218" y="3010606"/>
            <a:ext cx="1821485" cy="365760"/>
          </a:xfrm>
          <a:prstGeom prst="roundRect">
            <a:avLst>
              <a:gd name="adj" fmla="val 15000"/>
            </a:avLst>
          </a:prstGeom>
          <a:solidFill>
            <a:srgbClr val="F1F6FB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5218" y="3010606"/>
            <a:ext cx="1821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カ ]  カメラでスキャンして検索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5218" y="3559246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使用済みも表示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0942" y="3604966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0F4C75"/>
          </a:solidFill>
          <a:ln/>
        </p:spPr>
      </p:sp>
      <p:sp>
        <p:nvSpPr>
          <p:cNvPr id="18" name="Shape 16"/>
          <p:cNvSpPr/>
          <p:nvPr/>
        </p:nvSpPr>
        <p:spPr>
          <a:xfrm>
            <a:off x="2693822" y="361411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5218" y="3925006"/>
            <a:ext cx="13642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OCR本文も検索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0942" y="3970726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D7E2EE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0942" y="397987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8098" y="5619902"/>
            <a:ext cx="1455725" cy="411480"/>
          </a:xfrm>
          <a:prstGeom prst="roundRect">
            <a:avLst>
              <a:gd name="adj" fmla="val 17778"/>
            </a:avLst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098" y="5619902"/>
            <a:ext cx="14557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テキスト検索の手順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「データを探す」をタップ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87952" y="248716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ホーム画面の2番目のボタンです。検索画面が開きます。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309981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187952" y="3063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検索ボックスにキーワードを入力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87952" y="335584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パーツ名の一部でOK（部分一致）。例:「A-12」と入れれば「A-1234」「A-1235」等にヒット。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大文字小文字の区別はしません。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0" y="39684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187952" y="39319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オプションで範囲を調整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87952" y="422452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・「使用済みも表示」: ONで使用済みも検索対象に。OFFで保管中のみ。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・「OCR本文も検索」: ONで撮影画像から認識した全文も検索対象に（誤読対策に有効）。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483717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187952" y="4800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「検索する」をタップ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87952" y="509320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結果一覧画面に切り替わります（P.11）。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カメラで再スキャン検索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現場で素早く照合 — キーボード入力よりも速い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1B262C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Text 7"/>
          <p:cNvSpPr/>
          <p:nvPr/>
        </p:nvSpPr>
        <p:spPr>
          <a:xfrm>
            <a:off x="945490" y="1928945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8098" y="1928945"/>
            <a:ext cx="145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検索のためのスキャン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2338" y="2248985"/>
            <a:ext cx="2187245" cy="306373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8098" y="3163385"/>
            <a:ext cx="155448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F5A62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38098" y="3163385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A-1287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2338" y="4169225"/>
            <a:ext cx="2187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読み取った文字を検索クエリに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5482742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カメラ検索の使いどころ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組立工程で「このパーツって登録されてるんだっけ？」を即座に確認するとき。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手袋でキーボード入力が辛い／パーツ名が長い／印字が複雑なとき。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87121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187952" y="28346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検索画面の「カメラでスキャンして検索」をタップ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87952" y="312724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検索ボックスの直下にあるボタンです。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7398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739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187952" y="37033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パーツの印字に照準を合わせて撮影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87952" y="399592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登録時と同じ操作。OCRで読み取った文字が自動で検索クエリにセットされます。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460857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187952" y="45720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そのまま検索結果へ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87952" y="486460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認識結果がヒットすれば結果一覧（P.11）が開きます。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読み取りが微妙なら検索画面に戻り、テキストを微修正して再検索。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5532120"/>
            <a:ext cx="7772400" cy="777240"/>
          </a:xfrm>
          <a:prstGeom prst="rect">
            <a:avLst/>
          </a:prstGeom>
          <a:solidFill>
            <a:srgbClr val="3282B8">
              <a:alpha val="10000"/>
            </a:srgbClr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5532120"/>
            <a:ext cx="91440" cy="77724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55778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ヒント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5852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新規登録のつもりでカメラを起動 → 「これすでに登録あるな」と気づいたら、ホームに戻ってデータを探すへ切替えるとスムーズです。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 検索結果を見る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件数表示・並び・フィルター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12件ヒット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0942" y="1883225"/>
            <a:ext cx="45720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5218" y="237052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32458" y="244367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32458" y="244367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3978" y="237052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5218" y="2827726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5218" y="287344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32458" y="294659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32458" y="294659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3978" y="287344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55218" y="3330646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5218" y="337636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A-1287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32458" y="344951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9CA3AF">
              <a:alpha val="25000"/>
            </a:srgbClr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32458" y="344951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3978" y="337636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5218" y="3833566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5218" y="387928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A-1290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32458" y="395243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32458" y="395243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3978" y="387928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5218" y="4336486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5218" y="438220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A-1305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32458" y="445535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32458" y="445535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3978" y="438220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55218" y="4839406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5218" y="488512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A-1320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832458" y="495827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32458" y="495827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63978" y="488512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結果一覧の見方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3657600" y="2194560"/>
            <a:ext cx="91440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4" name="Text 42"/>
          <p:cNvSpPr/>
          <p:nvPr/>
        </p:nvSpPr>
        <p:spPr>
          <a:xfrm>
            <a:off x="3840480" y="2194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上部の「12件ヒット」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40480" y="2468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検索条件にマッチした件数。0件のときは「該当するパーツはありません」と表示されます。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0" y="2971800"/>
            <a:ext cx="91440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0" y="2971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並び替え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840480" y="3246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新しい順 / 古い順 / 名前順 / ステータス順 を切り替えられます（右上のメニュー）。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0" y="3749040"/>
            <a:ext cx="91440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0" y="3749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ステータスバッジ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840480" y="40233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緑＝保管中、グレー＝使用済み。一覧を見ただけで現在の状態が分かります。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0" y="4526280"/>
            <a:ext cx="91440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3" name="Text 51"/>
          <p:cNvSpPr/>
          <p:nvPr/>
        </p:nvSpPr>
        <p:spPr>
          <a:xfrm>
            <a:off x="3840480" y="4526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右側の日付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840480" y="48006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最終更新日（登録日 or 状態変更日のうち新しい方）。古いものが目に入ります。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0" y="5303520"/>
            <a:ext cx="91440" cy="64008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56" name="Text 54"/>
          <p:cNvSpPr/>
          <p:nvPr/>
        </p:nvSpPr>
        <p:spPr>
          <a:xfrm>
            <a:off x="3840480" y="5303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行をタップ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840480" y="5577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詳細画面（P.13）に遷移します。そこから編集や使用済み変更が可能。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8. 地図で見る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全パーツを地図上に表示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地図で見る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0942" y="1883225"/>
            <a:ext cx="45720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2338" y="2233366"/>
            <a:ext cx="2187245" cy="4026617"/>
          </a:xfrm>
          <a:prstGeom prst="rect">
            <a:avLst/>
          </a:prstGeom>
          <a:solidFill>
            <a:srgbClr val="EAF1E6"/>
          </a:solidFill>
          <a:ln/>
        </p:spPr>
      </p:sp>
      <p:sp>
        <p:nvSpPr>
          <p:cNvPr id="14" name="Shape 12"/>
          <p:cNvSpPr/>
          <p:nvPr/>
        </p:nvSpPr>
        <p:spPr>
          <a:xfrm>
            <a:off x="872338" y="3604966"/>
            <a:ext cx="2187245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786738" y="2233366"/>
            <a:ext cx="91440" cy="40266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8" y="2690566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0978" y="2599126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3858" y="3147766"/>
            <a:ext cx="182880" cy="1828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52498" y="3422086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5378" y="3056326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61058" y="3879286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9538" y="4245046"/>
            <a:ext cx="182880" cy="1828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8178" y="4610806"/>
            <a:ext cx="182880" cy="1828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6738" y="5342326"/>
            <a:ext cx="164592" cy="16459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地図画面でできること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 → 「地図で見る」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87952" y="24871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全パーツの位置がピンとして表示されます（最大数千件まで実用的に動作）。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31455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187952" y="31089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ピンをタップ → 詳細画面へ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87952" y="34015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ピンをタップするとパーツ詳細（P.13）に直行できます。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複数ピンが重なっている場所は、地図をズームインして個別に選んでください。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40599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187952" y="4023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現在地ボタン（右上の⊕）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87952" y="43159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自分の現在地に地図をセンタリングします。GPSが取れない場所では灰色のままになります。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5120640"/>
            <a:ext cx="7772400" cy="1188720"/>
          </a:xfrm>
          <a:prstGeom prst="rect">
            <a:avLst/>
          </a:prstGeom>
          <a:solidFill>
            <a:srgbClr val="0F4C75">
              <a:alpha val="10000"/>
            </a:srgbClr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0" y="5120640"/>
            <a:ext cx="91440" cy="118872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0" y="51663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ピンの色の意味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0480" y="5440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青ピン: 「保管中」のパーツ。組立工程で使えます。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● 灰色ピン: 「使用済み」のパーツ。履歴は残るが、新たに使うことはありません。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設定で「使用済みも表示」をOFFにすると、青ピンだけが表示されてスッキリします。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9. パーツ詳細画面の見方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情報・地図の2タブ + 操作ボタン群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A-1234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0942" y="1883225"/>
            <a:ext cx="45720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2338" y="2233366"/>
            <a:ext cx="2187245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72338" y="2525974"/>
            <a:ext cx="2187245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2338" y="2507686"/>
            <a:ext cx="1093622" cy="36576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6" name="Text 14"/>
          <p:cNvSpPr/>
          <p:nvPr/>
        </p:nvSpPr>
        <p:spPr>
          <a:xfrm>
            <a:off x="872338" y="2233366"/>
            <a:ext cx="10936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2233366"/>
            <a:ext cx="10936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9498" y="2644846"/>
            <a:ext cx="594360" cy="228600"/>
          </a:xfrm>
          <a:prstGeom prst="roundRect">
            <a:avLst>
              <a:gd name="adj" fmla="val 16000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498" y="264484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09498" y="2964886"/>
            <a:ext cx="1912925" cy="777240"/>
          </a:xfrm>
          <a:prstGeom prst="rect">
            <a:avLst/>
          </a:prstGeom>
          <a:solidFill>
            <a:srgbClr val="1B262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498" y="2964886"/>
            <a:ext cx="19129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撮影写真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9498" y="387928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49578" y="3879286"/>
            <a:ext cx="1272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歪みあり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9498" y="424504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9578" y="4245046"/>
            <a:ext cx="1272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34.0712,</a:t>
            </a:r>
            <a:endParaRPr lang="en-US" sz="85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133.0024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9498" y="461080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49578" y="4610806"/>
            <a:ext cx="1272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一郎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9498" y="497656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登録日時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49578" y="4976566"/>
            <a:ext cx="12728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4/20 14:32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09498" y="5479486"/>
            <a:ext cx="1912925" cy="365760"/>
          </a:xfrm>
          <a:prstGeom prst="roundRect">
            <a:avLst>
              <a:gd name="adj" fmla="val 12500"/>
            </a:avLst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8" y="5479486"/>
            <a:ext cx="19129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使用済みにする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09498" y="5936686"/>
            <a:ext cx="191292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9498" y="5936686"/>
            <a:ext cx="19129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位置情報を更新する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詳細画面の構成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657600" y="2240280"/>
            <a:ext cx="320040" cy="32004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4160520" y="219456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上部: パーツ名 + 編集ボタン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60520" y="246888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右上の「編集」をタップで編集モード（P.14）。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3017520"/>
            <a:ext cx="320040" cy="32004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770" dirty="0"/>
          </a:p>
        </p:txBody>
      </p:sp>
      <p:sp>
        <p:nvSpPr>
          <p:cNvPr id="41" name="Text 39"/>
          <p:cNvSpPr/>
          <p:nvPr/>
        </p:nvSpPr>
        <p:spPr>
          <a:xfrm>
            <a:off x="4160520" y="297180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 / 地図 の2タブ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160520" y="324612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「情報」タブが基本。「地図」タブで該当パーツのピンを単独表示。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0" y="3794760"/>
            <a:ext cx="320040" cy="32004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4160520" y="374904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ステータスバッジ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160520" y="402336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緑＝保管中、グレー＝使用済み。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4572000"/>
            <a:ext cx="320040" cy="32004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4160520" y="452628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写真エリア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160520" y="480060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登録時の写真（最大2枚）をスワイプで切り替え。タップで拡大。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0" y="5349240"/>
            <a:ext cx="320040" cy="32004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0" y="5349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770" dirty="0"/>
          </a:p>
        </p:txBody>
      </p:sp>
      <p:sp>
        <p:nvSpPr>
          <p:cNvPr id="53" name="Text 51"/>
          <p:cNvSpPr/>
          <p:nvPr/>
        </p:nvSpPr>
        <p:spPr>
          <a:xfrm>
            <a:off x="4160520" y="530352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下部: 操作ボタン群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160520" y="557784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ステータスによって出現するボタンが変わります（次ページ以降）。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10. パーツを編集する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OCR誤読の修正、備考追記、写真の差し替えに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閲覧モード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286000" cy="452628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2103120" cy="4343400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552194" y="1926641"/>
            <a:ext cx="736092" cy="108585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135124"/>
            <a:ext cx="2103120" cy="326624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1" name="Text 9"/>
          <p:cNvSpPr/>
          <p:nvPr/>
        </p:nvSpPr>
        <p:spPr>
          <a:xfrm>
            <a:off x="941832" y="2135124"/>
            <a:ext cx="274320" cy="32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135124"/>
            <a:ext cx="1554480" cy="32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A-1234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135124"/>
            <a:ext cx="457200" cy="32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2690348"/>
            <a:ext cx="365760" cy="365760"/>
          </a:xfrm>
          <a:prstGeom prst="ellipse">
            <a:avLst/>
          </a:prstGeom>
          <a:solidFill>
            <a:srgbClr val="0F4C75">
              <a:alpha val="20000"/>
            </a:srgbClr>
          </a:solidFill>
          <a:ln w="19050">
            <a:solidFill>
              <a:srgbClr val="0F4C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6903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8333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「編集」をタップ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657600"/>
            <a:ext cx="365760" cy="274320"/>
          </a:xfrm>
          <a:prstGeom prst="rightArrow">
            <a:avLst/>
          </a:prstGeom>
          <a:solidFill>
            <a:srgbClr val="3282B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編集モード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1783080"/>
            <a:ext cx="2286000" cy="452628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874520"/>
            <a:ext cx="2103120" cy="4343400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2554" y="1926641"/>
            <a:ext cx="736092" cy="108585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2135124"/>
            <a:ext cx="2103120" cy="326624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2135124"/>
            <a:ext cx="1554480" cy="32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135124"/>
            <a:ext cx="457200" cy="32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1691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「キャンセル」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86200" y="26446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86200" y="2845796"/>
            <a:ext cx="1828800" cy="365760"/>
          </a:xfrm>
          <a:prstGeom prst="rect">
            <a:avLst/>
          </a:prstGeom>
          <a:solidFill>
            <a:srgbClr val="F1F6FB"/>
          </a:solidFill>
          <a:ln w="19050">
            <a:solidFill>
              <a:srgbClr val="0F4C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8457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A-1234|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86200" y="33761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86200" y="3577316"/>
            <a:ext cx="1828800" cy="548640"/>
          </a:xfrm>
          <a:prstGeom prst="rect">
            <a:avLst/>
          </a:prstGeom>
          <a:solidFill>
            <a:srgbClr val="F1F6FB"/>
          </a:solidFill>
          <a:ln w="19050">
            <a:solidFill>
              <a:srgbClr val="0F4C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357731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歪みあり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2026/4/22 確認済み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86200" y="42905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写真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86200" y="4491716"/>
            <a:ext cx="685800" cy="548640"/>
          </a:xfrm>
          <a:prstGeom prst="rect">
            <a:avLst/>
          </a:prstGeom>
          <a:solidFill>
            <a:srgbClr val="1B262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49171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491716"/>
            <a:ext cx="685800" cy="548640"/>
          </a:xfrm>
          <a:prstGeom prst="rect">
            <a:avLst/>
          </a:prstGeom>
          <a:solidFill>
            <a:srgbClr val="1B262C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49171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編集の流れ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4008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931152" y="2194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詳細画面で「編集」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31152" y="2487168"/>
            <a:ext cx="4480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右上のボタンで編集モードへ。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319125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931152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項目を修正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31152" y="3447288"/>
            <a:ext cx="4480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パーツ名／備考／写真を変更。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OCR誤読の事後修正もここで。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415137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6931152" y="4114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「保存」で確定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31152" y="4407408"/>
            <a:ext cx="4480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保存と同時にPartEvent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（履歴）に旧→新の差分が記録。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51114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52" name="Text 50"/>
          <p:cNvSpPr/>
          <p:nvPr/>
        </p:nvSpPr>
        <p:spPr>
          <a:xfrm>
            <a:off x="6931152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未保存で戻ろうとすると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31152" y="5367528"/>
            <a:ext cx="44805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「変更を破棄しますか？」の確認ダイアログが出ます。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0" y="5989320"/>
            <a:ext cx="5029200" cy="320040"/>
          </a:xfrm>
          <a:prstGeom prst="rect">
            <a:avLst/>
          </a:prstGeom>
          <a:solidFill>
            <a:srgbClr val="64748B">
              <a:alpha val="1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5989320"/>
            <a:ext cx="9144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0" y="6035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備考は最大500文字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83680" y="6309360"/>
            <a:ext cx="475488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11. 使用済みにする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組立工程でパーツを使い終わったとき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4376757"/>
          </a:xfrm>
          <a:prstGeom prst="rect">
            <a:avLst/>
          </a:prstGeom>
          <a:solidFill>
            <a:srgbClr val="1B262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5218" y="3163385"/>
            <a:ext cx="1821485" cy="210312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5218" y="3300545"/>
            <a:ext cx="18214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6658" y="3666305"/>
            <a:ext cx="163860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「A-1234」を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使用済みにします。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よろしいですか？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5218" y="4626425"/>
            <a:ext cx="1821485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4626425"/>
            <a:ext cx="0" cy="64008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5218" y="4626425"/>
            <a:ext cx="910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キャンセル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4626425"/>
            <a:ext cx="9107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はい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使用済みへの切替手順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対象パーツの詳細画面を開く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87952" y="248716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検索結果から、または地図ピンから。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09981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187952" y="3063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「使用済みにする」（赤いボタン）をタップ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87952" y="335584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保管中のパーツの詳細画面にだけ表示されます。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9684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187952" y="39319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確認ダイアログで「はい」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87952" y="422452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誤操作防止のため、必ず確認を挟みます。「キャンセル」で取消可。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483717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187952" y="4800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 — ステータスが切り替わる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87952" y="5093208"/>
            <a:ext cx="7223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バッジが「使用済み（グレー）」に変わり、PartEventに変更履歴が1行追記。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地図のピンも灰色に変わります。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5852160"/>
            <a:ext cx="7772400" cy="502920"/>
          </a:xfrm>
          <a:prstGeom prst="rect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5852160"/>
            <a:ext cx="914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58978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誤って使用済みにしてしまったら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6172200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P.16「置場に戻す」で元に戻せます。データが消えるわけではないので落ち着いて対処してください。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12. 位置情報を更新する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パーツを移動したときに使用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4376757"/>
          </a:xfrm>
          <a:prstGeom prst="rect">
            <a:avLst/>
          </a:prstGeom>
          <a:solidFill>
            <a:srgbClr val="1B262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9498" y="2980505"/>
            <a:ext cx="1912925" cy="2423160"/>
          </a:xfrm>
          <a:prstGeom prst="roundRect">
            <a:avLst>
              <a:gd name="adj" fmla="val 4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9498" y="3117665"/>
            <a:ext cx="19129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位置情報の更新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00938" y="3483425"/>
            <a:ext cx="173004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この端末の現在地が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パーツ「A-1234」の所在地に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上書きされます。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よろしいですか？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9498" y="4763585"/>
            <a:ext cx="1912925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4763585"/>
            <a:ext cx="0" cy="64008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498" y="4763585"/>
            <a:ext cx="9564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キャンセル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4763585"/>
            <a:ext cx="9564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更新する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位置更新の使い方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パーツの実際の位置に移動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87952" y="248716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アプリの GPS は端末の現在地を使います。必ず対象パーツのそばで操作してください。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0540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187952" y="30175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詳細画面で「位置情報を更新する」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87952" y="331012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保管中のパーツでのみ表示されるボタン。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87705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187952" y="38404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確認ダイアログで「更新する」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87952" y="413308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「この端末の現在地が所在地になります」というメッセージが表示されます。間違いなければ確定。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470001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187952" y="4663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 — 地図のピンが新位置に移動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87952" y="495604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PartEventに「位置情報更新」イベントが追記され、変更前の緯度経度も残ります。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5623560"/>
            <a:ext cx="7772400" cy="777240"/>
          </a:xfrm>
          <a:prstGeom prst="rect">
            <a:avLst/>
          </a:prstGeom>
          <a:solidFill>
            <a:srgbClr val="3282B8">
              <a:alpha val="10000"/>
            </a:srgbClr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5623560"/>
            <a:ext cx="91440" cy="77724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5669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ヒント — どんなときに使う？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5943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・置場の整理で別エリアに移動したとき。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・登録時のGPSが大きくズレていたとき（屋根の下など、衛星受信が弱い環境では誤差が出やすい）。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13. 置場に戻す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誤って使用済みにしたときの復帰操作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A-1287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9498" y="2370526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9CA3AF">
              <a:alpha val="25000"/>
            </a:srgbClr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9498" y="237052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9498" y="2736286"/>
            <a:ext cx="1912925" cy="777240"/>
          </a:xfrm>
          <a:prstGeom prst="rect">
            <a:avLst/>
          </a:prstGeom>
          <a:solidFill>
            <a:srgbClr val="1B262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498" y="2736286"/>
            <a:ext cx="19129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撮影写真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9498" y="365068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備考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49578" y="3650686"/>
            <a:ext cx="12728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9498" y="394329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49578" y="3943294"/>
            <a:ext cx="12728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34.0712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9498" y="42359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登録者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49578" y="4235902"/>
            <a:ext cx="12728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9498" y="452851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使用日時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49578" y="4528510"/>
            <a:ext cx="12728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4/22 10:05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9498" y="4976566"/>
            <a:ext cx="1912925" cy="411480"/>
          </a:xfrm>
          <a:prstGeom prst="roundRect">
            <a:avLst>
              <a:gd name="adj" fmla="val 11111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9498" y="4976566"/>
            <a:ext cx="19129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置場に戻す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2338" y="5525206"/>
            <a:ext cx="2187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（編集 / 位置更新は表示されません）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置場に戻す手順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「使用済みも表示」をONにして検索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87952" y="24871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通常の検索ではグレーのパーツは出てきません。検索画面のトグルで「使用済みも表示」をON。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31455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187952" y="31089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対象パーツの詳細を開く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87952" y="34015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使用済みパーツの詳細画面では、ボタンが「置場に戻す」だけになっています。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40599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4187952" y="4023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「置場に戻す」をタップ → 確認 → 確定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87952" y="43159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確認ダイアログで「はい」。ステータスが保管中に戻り、PartEventに復帰イベントが残ります。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0" y="5120640"/>
            <a:ext cx="7772400" cy="1188720"/>
          </a:xfrm>
          <a:prstGeom prst="rect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5120640"/>
            <a:ext cx="91440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51663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ルール — 位置情報は変えません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5440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「置場に戻す」は誤操作の訂正用なので、位置情報は使用済みにする前のものをそのまま維持します。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もし置場が変わっているなら、復帰した後で別途「位置情報を更新する」（P.15）を実行してください。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編集や位置更新ボタンが「使用済み」状態で出てこないのは、誤って改変しないための仕様です。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III — 管理者機能 ／ 14. 監査ログを確認する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誰が・いつ・何をしたかを時系列で見る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0942" y="1883225"/>
            <a:ext cx="45720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3778" y="2461966"/>
            <a:ext cx="54864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4" name="Text 12"/>
          <p:cNvSpPr/>
          <p:nvPr/>
        </p:nvSpPr>
        <p:spPr>
          <a:xfrm>
            <a:off x="1073506" y="237052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49578" y="237052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3506" y="2644846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田中・4/25 14:32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55218" y="2919166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3778" y="3028894"/>
            <a:ext cx="54864" cy="36576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3506" y="293745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49578" y="293745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A-1234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3506" y="3211774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田中・4/22 09:18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55218" y="3486094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3778" y="3595822"/>
            <a:ext cx="54864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1073506" y="35043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位置更新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49578" y="350438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A-1290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3506" y="3778702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山田・4/22 08:45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55218" y="4053022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3778" y="4162750"/>
            <a:ext cx="54864" cy="36576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9" name="Text 27"/>
          <p:cNvSpPr/>
          <p:nvPr/>
        </p:nvSpPr>
        <p:spPr>
          <a:xfrm>
            <a:off x="1073506" y="407131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49578" y="407131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A-1287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3506" y="4345630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佐藤・4/22 10:05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55218" y="4619950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3778" y="4729678"/>
            <a:ext cx="54864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1073506" y="463823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置場戻し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49578" y="463823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A-1305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3506" y="4912558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山田・4/21 16:22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55218" y="5186878"/>
            <a:ext cx="1821485" cy="0"/>
          </a:xfrm>
          <a:prstGeom prst="line">
            <a:avLst/>
          </a:prstGeom>
          <a:noFill/>
          <a:ln w="5080">
            <a:solidFill>
              <a:srgbClr val="D7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3778" y="5296606"/>
            <a:ext cx="54864" cy="365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9" name="Text 37"/>
          <p:cNvSpPr/>
          <p:nvPr/>
        </p:nvSpPr>
        <p:spPr>
          <a:xfrm>
            <a:off x="1073506" y="52051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49578" y="520516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A-1320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3506" y="5479486"/>
            <a:ext cx="182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佐藤・4/12 11:00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監査ログでできること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657600" y="2103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 → 「監査ログ」から開きます。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全パーツに起こった全ての変化が新しい順に表示されます。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0" y="27889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F4C75">
              <a:alpha val="25000"/>
            </a:srgbClr>
          </a:solidFill>
          <a:ln w="6350">
            <a:solidFill>
              <a:srgbClr val="0F4C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74920" y="278892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新しいパーツが追加された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291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3282B8">
              <a:alpha val="25000"/>
            </a:srgbClr>
          </a:solidFill>
          <a:ln w="6350">
            <a:solidFill>
              <a:srgbClr val="3282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74920" y="32918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パーツ名・備考・写真を変更した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0" y="37947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F5A623">
              <a:alpha val="25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位置更新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379476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所在地を上書きした（変更前/後の緯度経度を保持）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0" y="42976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9CA3AF">
              <a:alpha val="25000"/>
            </a:srgbClr>
          </a:solidFill>
          <a:ln w="6350">
            <a:solidFill>
              <a:srgbClr val="9CA3A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使用済み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74920" y="42976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状態を「保管中→使用済み」に切り替えた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0" y="48006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4800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置場戻し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74920" y="480060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状態を「使用済み→保管中」に戻した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0" y="53035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DC2626">
              <a:alpha val="2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0" y="5303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削除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74920" y="530352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論理削除を実行した（物理データは残る）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657600" y="5897880"/>
            <a:ext cx="7772400" cy="45720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0" y="5897880"/>
            <a:ext cx="914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4" name="Text 62"/>
          <p:cNvSpPr/>
          <p:nvPr/>
        </p:nvSpPr>
        <p:spPr>
          <a:xfrm>
            <a:off x="3840480" y="59436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重要 — 監査ログは編集・削除できません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840480" y="6217920"/>
            <a:ext cx="7498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PartEventはappend-only（追記専用）。改ざん不可なので、トラブル時の確認に使えます。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15. 棚卸し提案を処理する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6ヶ月以上動かないパーツを自動検出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棚卸し提案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2338" y="2324806"/>
            <a:ext cx="2187245" cy="411480"/>
          </a:xfrm>
          <a:prstGeom prst="rect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9498" y="2324806"/>
            <a:ext cx="19129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8件のパーツが6ヶ月以上更新されていません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48102" y="2964886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2648102" y="29648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9498" y="287344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A-0987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8178" y="287344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最終: 10/15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48102" y="3422086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2648102" y="34220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9498" y="333064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A-1003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8178" y="333064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最終: 10/05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48102" y="3879286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2648102" y="38792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9498" y="378784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A-1045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8178" y="378784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最終: 9/28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48102" y="4336486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0F4C75"/>
          </a:solidFill>
          <a:ln/>
        </p:spPr>
      </p:sp>
      <p:sp>
        <p:nvSpPr>
          <p:cNvPr id="27" name="Text 25"/>
          <p:cNvSpPr/>
          <p:nvPr/>
        </p:nvSpPr>
        <p:spPr>
          <a:xfrm>
            <a:off x="2648102" y="43364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9498" y="424504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A-1078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8178" y="424504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最終: 9/20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48102" y="4793686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0F4C75"/>
          </a:solidFill>
          <a:ln/>
        </p:spPr>
      </p:sp>
      <p:sp>
        <p:nvSpPr>
          <p:cNvPr id="31" name="Text 29"/>
          <p:cNvSpPr/>
          <p:nvPr/>
        </p:nvSpPr>
        <p:spPr>
          <a:xfrm>
            <a:off x="2648102" y="479368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9498" y="470224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A-1112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78178" y="470224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最終: 9/12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55218" y="5619902"/>
            <a:ext cx="1821485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1055218" y="5619902"/>
            <a:ext cx="18214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選択したパーツを使用済みにする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棚卸し運用の流れ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3657600" y="223113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187952" y="21945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アプリ起動時に自動チェック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187952" y="248716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1日1回、最終更新から6ヶ月以上経った保管中パーツを自動で検出します。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該当があると、ホーム画面の上部に「棚卸し提案あり」のバナーが出現します。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0" y="30540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4187952" y="30175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バナーをタップ → 提案画面へ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87952" y="331012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対象パーツが一覧で表示されます。本当に使い終わっているか、現場確認してから処理してください。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0" y="387705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0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4187952" y="38404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対象を選択（複数選択可）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87952" y="413308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デフォルトで全件チェックが入っています。残しておきたいものはチェックを外して。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0" y="470001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0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4187952" y="4663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「使用済みにする」を実行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187952" y="4956048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1件ずつ処理する手間を省けます。各パーツのPartEventに「棚卸しによる使用済み化」と注記されます。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0" y="5623560"/>
            <a:ext cx="7772400" cy="777240"/>
          </a:xfrm>
          <a:prstGeom prst="rect">
            <a:avLst/>
          </a:prstGeom>
          <a:solidFill>
            <a:srgbClr val="3282B8">
              <a:alpha val="10000"/>
            </a:srgbClr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0" y="5623560"/>
            <a:ext cx="91440" cy="77724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55" name="Text 53"/>
          <p:cNvSpPr/>
          <p:nvPr/>
        </p:nvSpPr>
        <p:spPr>
          <a:xfrm>
            <a:off x="3840480" y="5669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閾値の調整について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840480" y="5943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現状は6ヶ月固定です。プロジェクトの状況に応じて短く／長くしたいときは、開発者に相談してください（仕様変更でD-番号として記録します）。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16. CSVエクスポート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Excelや報告書にそのまま使える形式で出力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19456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5022" y="1596542"/>
            <a:ext cx="2018995" cy="467075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21196" y="1652591"/>
            <a:ext cx="706648" cy="116769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65022" y="1876788"/>
            <a:ext cx="2018995" cy="3512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38174" y="1876788"/>
            <a:ext cx="274320" cy="35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9342" y="1876788"/>
            <a:ext cx="1470355" cy="35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2182" y="2365189"/>
            <a:ext cx="1744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ユーザー情報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2182" y="2685229"/>
            <a:ext cx="100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ユーザー名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3662" y="2685229"/>
            <a:ext cx="1333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一郎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2182" y="3142429"/>
            <a:ext cx="1744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データ管理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5022" y="3462469"/>
            <a:ext cx="2018995" cy="457200"/>
          </a:xfrm>
          <a:prstGeom prst="rect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2182" y="3462469"/>
            <a:ext cx="174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CSVエクスポート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9698" y="3462469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7902" y="4011109"/>
            <a:ext cx="1653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全データを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.csvに書き出して共有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1508760"/>
            <a:ext cx="2926080" cy="4846320"/>
          </a:xfrm>
          <a:prstGeom prst="roundRect">
            <a:avLst>
              <a:gd name="adj" fmla="val 4688"/>
            </a:avLst>
          </a:prstGeom>
          <a:solidFill>
            <a:srgbClr val="F2F2F7"/>
          </a:solidFill>
          <a:ln w="12700">
            <a:solidFill>
              <a:srgbClr val="D7E2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4612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20440" y="21488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62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IMAZOデータ_20260425_1432.csv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60520" y="2468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12.3 KB · 142件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1188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5204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20624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35204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AirDrop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80060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204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Files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9496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5204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Slack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11880" y="3886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7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434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コピー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CSVを書き出して共有する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400800" y="218541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931152" y="21488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右上の歯車から「設定」を開く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31152" y="2441448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ホームの右上にある⚙アイコン。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305409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931152" y="3017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「CSVエクスポート」をタップ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31152" y="3310128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全パーツがCSVに書き出され、iOSの共有シートが立ち上がります。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392277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931152" y="3886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共有先を選ぶ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31152" y="4178808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メール添付、AirDrop、Files（ファイル）、Slack、Teams など。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4791456"/>
            <a:ext cx="365760" cy="365760"/>
          </a:xfrm>
          <a:prstGeom prst="ellipse">
            <a:avLst/>
          </a:prstGeom>
          <a:solidFill>
            <a:srgbClr val="0F4C75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6931152" y="4754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PCで開く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31152" y="5047488"/>
            <a:ext cx="4480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UTF-8 BOM付きなのでExcel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でそのまま開けます。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0" y="5669280"/>
            <a:ext cx="5029200" cy="640080"/>
          </a:xfrm>
          <a:prstGeom prst="rect">
            <a:avLst/>
          </a:prstGeom>
          <a:solidFill>
            <a:srgbClr val="3282B8">
              <a:alpha val="10000"/>
            </a:srgbClr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5669280"/>
            <a:ext cx="91440" cy="64008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55" name="Text 53"/>
          <p:cNvSpPr/>
          <p:nvPr/>
        </p:nvSpPr>
        <p:spPr>
          <a:xfrm>
            <a:off x="6583680" y="57150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出力される14列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83680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ID/パーツ名/ステータス/緯度/経度/精度/備考/OCR生テキスト/登録者/登録日時/更新者/更新日時/写真有無/論理削除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17. 設定 / ユーザー名の変更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監査ログに残る名前を変える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2377440" cy="4846320"/>
          </a:xfrm>
          <a:prstGeom prst="roundRect">
            <a:avLst>
              <a:gd name="adj" fmla="val 7000"/>
            </a:avLst>
          </a:prstGeom>
          <a:solidFill>
            <a:srgbClr val="1B262C"/>
          </a:solidFill>
          <a:ln w="6350">
            <a:solidFill>
              <a:srgbClr val="1B262C"/>
            </a:solidFill>
            <a:prstDash val="solid"/>
          </a:ln>
          <a:effectLst>
            <a:outerShdw sx="100000" sy="100000" kx="0" ky="0" algn="bl" rotWithShape="0" blurRad="152400" dist="38100" dir="5400000">
              <a:srgbClr val="0F4C7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2338" y="1603858"/>
            <a:ext cx="2187245" cy="4656125"/>
          </a:xfrm>
          <a:prstGeom prst="roundRect">
            <a:avLst>
              <a:gd name="adj" fmla="val 532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83192" y="1659731"/>
            <a:ext cx="765536" cy="116403"/>
          </a:xfrm>
          <a:prstGeom prst="roundRect">
            <a:avLst>
              <a:gd name="adj" fmla="val 50000"/>
            </a:avLst>
          </a:prstGeom>
          <a:solidFill>
            <a:srgbClr val="1B262C"/>
          </a:solidFill>
          <a:ln/>
        </p:spPr>
      </p:sp>
      <p:sp>
        <p:nvSpPr>
          <p:cNvPr id="9" name="Shape 7"/>
          <p:cNvSpPr/>
          <p:nvPr/>
        </p:nvSpPr>
        <p:spPr>
          <a:xfrm>
            <a:off x="872338" y="1883225"/>
            <a:ext cx="2187245" cy="350141"/>
          </a:xfrm>
          <a:prstGeom prst="rect">
            <a:avLst/>
          </a:prstGeom>
          <a:solidFill>
            <a:srgbClr val="F1F6FB"/>
          </a:solidFill>
          <a:ln/>
        </p:spPr>
      </p:sp>
      <p:sp>
        <p:nvSpPr>
          <p:cNvPr id="10" name="Text 8"/>
          <p:cNvSpPr/>
          <p:nvPr/>
        </p:nvSpPr>
        <p:spPr>
          <a:xfrm>
            <a:off x="945490" y="1883225"/>
            <a:ext cx="27432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6658" y="1883225"/>
            <a:ext cx="1638605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ユーザー名の変更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0942" y="1883225"/>
            <a:ext cx="457200" cy="35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4C7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9498" y="2370526"/>
            <a:ext cx="191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お名前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09498" y="2644846"/>
            <a:ext cx="1912925" cy="411480"/>
          </a:xfrm>
          <a:prstGeom prst="rect">
            <a:avLst/>
          </a:prstGeom>
          <a:solidFill>
            <a:srgbClr val="F1F6FB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0938" y="2644846"/>
            <a:ext cx="17300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田中 一郎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9498" y="3239206"/>
            <a:ext cx="19129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変更後の登録・更新は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新しい名前で監査ログに記録されます。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過去のログ（旧名前）は変わりません。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設定画面の機能一覧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57600" y="2286000"/>
            <a:ext cx="365760" cy="365760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206240" y="219456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ユーザー情報 — ユーザー名の変更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256032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名前をタップで編集。空白での保存はできません。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154680"/>
            <a:ext cx="365760" cy="365760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206240" y="30632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データ管理 — CSVエクスポート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34290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全パーツを書き出して共有（P.19）。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4023360"/>
            <a:ext cx="365760" cy="365760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206240" y="393192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アプリ情報 — バージョン表示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429768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現在のバージョン番号と最終ビルド日時。問い合わせ時に共有してください。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4892040"/>
            <a:ext cx="365760" cy="365760"/>
          </a:xfrm>
          <a:prstGeom prst="ellipse">
            <a:avLst/>
          </a:prstGeom>
          <a:solidFill>
            <a:srgbClr val="3282B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206240" y="480060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ライセンス情報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0" y="516636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本アプリで利用しているOSSとそのライセンス全文を確認できます。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5852160"/>
            <a:ext cx="7772400" cy="502920"/>
          </a:xfrm>
          <a:prstGeom prst="rect">
            <a:avLst/>
          </a:prstGeom>
          <a:solidFill>
            <a:srgbClr val="3282B8">
              <a:alpha val="10000"/>
            </a:srgbClr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5852160"/>
            <a:ext cx="91440" cy="502920"/>
          </a:xfrm>
          <a:prstGeom prst="rect">
            <a:avLst/>
          </a:prstGeom>
          <a:solidFill>
            <a:srgbClr val="3282B8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58978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282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管理者向け - 端末交換時の運用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6172200"/>
            <a:ext cx="7498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新端末では再度ユーザー名登録から始まります。古い端末での監査ログは過去レコードのまま残り、上書きされません。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18. FAQ ／ トラブルシュート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よくある質問と対処法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362895" y="502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349240" cy="15087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54480"/>
            <a:ext cx="457200" cy="1508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OCRが全然読めない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574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印字が剥げかけ・チョークがかすれていると認識率は落ちます。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撮影を諦めて手動入力でも問題ありません（パーツ名欄をタップして直接入力できます）。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1554480"/>
            <a:ext cx="5349240" cy="15087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554480"/>
            <a:ext cx="457200" cy="1508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49440" y="16459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GPSが「±100m以上」と出る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0574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屋根の下や金属物の近くではGPSの誤差が大きくなります。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一旦外に出てから登録する／後で「位置情報を更新する」で再取得するのが確実です。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154680"/>
            <a:ext cx="5349240" cy="15087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154680"/>
            <a:ext cx="457200" cy="1508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54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2461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保存ボタンを押しても反応しない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パーツ名が空白のままだと保存できません（必須項目）。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また、ストレージ容量が逼迫しているケースもあるので、設定 &gt; 一般 &gt; iPhoneストレージで空き容量を確認してください。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3154680"/>
            <a:ext cx="5349240" cy="15087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154680"/>
            <a:ext cx="457200" cy="1508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154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49440" y="32461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間違って使用済みにしてしまった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36576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焦らずに：検索画面で「使用済みも表示」をONにし、対象パーツの詳細画面で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「置場に戻す」（P.16）を実行してください。データは消えていません。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754880"/>
            <a:ext cx="5349240" cy="15087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754880"/>
            <a:ext cx="457200" cy="1508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754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8463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ホームに「棚卸し提案」のバナーが出ない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5257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条件を満たすパーツが0件なら表示されません。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また、当日中に1度処理するとその日は再表示されません（翌日に再評価）。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4754880"/>
            <a:ext cx="5349240" cy="1508760"/>
          </a:xfrm>
          <a:prstGeom prst="rect">
            <a:avLst/>
          </a:prstGeom>
          <a:solidFill>
            <a:srgbClr val="F1F6FB"/>
          </a:solidFill>
          <a:ln w="9525">
            <a:solidFill>
              <a:srgbClr val="D7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754880"/>
            <a:ext cx="457200" cy="150876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4754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49440" y="48463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アプリが落ちる／起動しない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52578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iOSの再起動を試してください。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改善しないときは: 設定アプリ &gt; 一般 &gt; iPhoneストレージ &gt; IMAZO置場管理 &gt; Appを取り除く（データは保持）→ 再インストール。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D7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IMAZO置場管理 — 操作マニュアル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お問い合わせ・改訂履歴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質問・要望・バグ報告はいつでもどうぞ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212080" cy="3657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お問い合わせ窓口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開発担当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松岡 諒磨（Ryoma Matsuoka）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m.ryo76@gmail.com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報告手段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現場リーダー経由 or 直接メール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対応時間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平日 9:00 – 18:00 を目安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011680"/>
            <a:ext cx="5212080" cy="3657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改訂履歴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v1.0.0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266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2026-04-25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初版公開（フェーズ1ローカル動作版）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2668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E1F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今後の予定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480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フェーズ2 — OneDrive同期、写真共有、複数端末同期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「探す」を仕事から消す。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IMAZO置場管理 操作マニュアル</dc:title>
  <dc:subject>PptxGenJS Presentation</dc:subject>
  <dc:creator>IMAZO Project</dc:creator>
  <cp:lastModifiedBy>IMAZO Project</cp:lastModifiedBy>
  <cp:revision>1</cp:revision>
  <dcterms:created xsi:type="dcterms:W3CDTF">2026-04-26T22:15:13Z</dcterms:created>
  <dcterms:modified xsi:type="dcterms:W3CDTF">2026-04-26T22:15:13Z</dcterms:modified>
</cp:coreProperties>
</file>