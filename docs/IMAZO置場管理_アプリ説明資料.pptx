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91695" cy="4572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49240"/>
            <a:ext cx="12191695" cy="22860"/>
          </a:xfrm>
          <a:prstGeom prst="rect">
            <a:avLst/>
          </a:prstGeom>
          <a:solidFill>
            <a:srgbClr val="BBE1F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097280"/>
            <a:ext cx="1463040" cy="146304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80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置場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560320" y="2057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造船所パーツ置場管理アプリ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4023360"/>
            <a:ext cx="1060704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1148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カメラOCRで現場のパーツを高速登録。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位置情報・写真・操作履歴を残し、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探す・使う・棚卸す をすべて手元のiPhoneで。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アプリ説明資料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905695" y="5760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このアプリは何？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現場の混乱を、一台のiPhoneで整える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10607040" cy="1554480"/>
          </a:xfrm>
          <a:prstGeom prst="rect">
            <a:avLst/>
          </a:prstGeom>
          <a:solidFill>
            <a:srgbClr val="F1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54480"/>
            <a:ext cx="164592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691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鉄板加工〜組立工程の</a:t>
            </a:r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「パーツ置場」</a:t>
            </a:r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を、</a:t>
            </a:r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iPhoneのカメラと地図で</a:t>
            </a:r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管理するアプリです。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365760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657600"/>
            <a:ext cx="3383280" cy="4572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登録する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カメラで撮影 →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OCRが文字を読む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34840" y="365760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3657600"/>
            <a:ext cx="3383280" cy="4572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見つける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テキストや地図で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素早く検索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92440" y="365760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3657600"/>
            <a:ext cx="3383280" cy="4572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棚卸す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使用済みに切替・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履歴と一緒に保管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現場で「あれ、どこに置いた？」を無くし、紙台帳・口頭管理から脱却します。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解決する課題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現場で日常的に起きていること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74920" cy="457200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5074920" cy="5486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0120" y="2377440"/>
            <a:ext cx="228600" cy="228600"/>
          </a:xfrm>
          <a:prstGeom prst="ellipse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3500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紙の台帳・ホワイトボードでの管理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3090672"/>
            <a:ext cx="228600" cy="228600"/>
          </a:xfrm>
          <a:prstGeom prst="ellipse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63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992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「あのパーツどこ？」を毎回口頭で確認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228600" cy="228600"/>
          </a:xfrm>
          <a:prstGeom prst="ellipse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764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71246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OCR/GPSがなく、人間の記憶頼り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" y="4517136"/>
            <a:ext cx="228600" cy="228600"/>
          </a:xfrm>
          <a:prstGeom prst="ellipse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897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42569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電波が悪くて紙運用に逆戻り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5230368"/>
            <a:ext cx="228600" cy="228600"/>
          </a:xfrm>
          <a:prstGeom prst="ellipse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2029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51389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誰がいつ動かしたか追えない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1554480"/>
            <a:ext cx="5074920" cy="457200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554480"/>
            <a:ext cx="5074920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5544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37960" y="2377440"/>
            <a:ext cx="228600" cy="228600"/>
          </a:xfrm>
          <a:prstGeom prst="ellipse">
            <a:avLst/>
          </a:prstGeom>
          <a:solidFill>
            <a:srgbClr val="16A34A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23500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22860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iPhone片手で撮影 → 数秒で登録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37960" y="3090672"/>
            <a:ext cx="228600" cy="228600"/>
          </a:xfrm>
          <a:prstGeom prst="ellipse">
            <a:avLst/>
          </a:prstGeom>
          <a:solidFill>
            <a:srgbClr val="16A34A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063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29992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 or 地図ですぐ検索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37960" y="3803904"/>
            <a:ext cx="228600" cy="228600"/>
          </a:xfrm>
          <a:prstGeom prst="ellipse">
            <a:avLst/>
          </a:prstGeom>
          <a:solidFill>
            <a:srgbClr val="16A34A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37764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371246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OCR・GPS・写真を自動で残す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37960" y="4517136"/>
            <a:ext cx="228600" cy="228600"/>
          </a:xfrm>
          <a:prstGeom prst="ellipse">
            <a:avLst/>
          </a:prstGeom>
          <a:solidFill>
            <a:srgbClr val="16A34A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44897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442569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オフライン完結 — 電波不要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37960" y="5230368"/>
            <a:ext cx="228600" cy="228600"/>
          </a:xfrm>
          <a:prstGeom prst="ellipse">
            <a:avLst/>
          </a:prstGeom>
          <a:solidFill>
            <a:srgbClr val="16A34A">
              <a:alpha val="3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52029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58000" y="51389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誰が・いつ・何をしたか全て履歴に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主要機能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5つの機能で「登録〜棚卸」を一気通貫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54480"/>
            <a:ext cx="109728" cy="20116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1783080"/>
            <a:ext cx="594360" cy="5943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9848" y="24688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カメラ撮影で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パーツ名・位置・写真を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自動的に保存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554480"/>
            <a:ext cx="109728" cy="20116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4" name="Shape 12"/>
          <p:cNvSpPr/>
          <p:nvPr/>
        </p:nvSpPr>
        <p:spPr>
          <a:xfrm>
            <a:off x="4681728" y="1783080"/>
            <a:ext cx="594360" cy="5943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81728" y="24688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 or カメラOCR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で即座に部分一致検索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5544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01000" y="1554480"/>
            <a:ext cx="109728" cy="20116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93608" y="1783080"/>
            <a:ext cx="594360" cy="5943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1" name="Text 19"/>
          <p:cNvSpPr/>
          <p:nvPr/>
        </p:nvSpPr>
        <p:spPr>
          <a:xfrm>
            <a:off x="8293608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611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93608" y="24688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全パーツの所在地を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地図上で一覧表示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（保管中／使用済み色分け）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83180" y="379476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83180" y="3794760"/>
            <a:ext cx="109728" cy="20116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6" name="Shape 24"/>
          <p:cNvSpPr/>
          <p:nvPr/>
        </p:nvSpPr>
        <p:spPr>
          <a:xfrm>
            <a:off x="2875788" y="4023360"/>
            <a:ext cx="594360" cy="5943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7" name="Text 25"/>
          <p:cNvSpPr/>
          <p:nvPr/>
        </p:nvSpPr>
        <p:spPr>
          <a:xfrm>
            <a:off x="2875788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4330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状態管理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875788" y="47091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「使用済みにする」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「置場に戻す」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「位置情報を更新」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5060" y="379476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5060" y="3794760"/>
            <a:ext cx="109728" cy="20116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2" name="Shape 30"/>
          <p:cNvSpPr/>
          <p:nvPr/>
        </p:nvSpPr>
        <p:spPr>
          <a:xfrm>
            <a:off x="6487668" y="4023360"/>
            <a:ext cx="594360" cy="5943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3" name="Text 31"/>
          <p:cNvSpPr/>
          <p:nvPr/>
        </p:nvSpPr>
        <p:spPr>
          <a:xfrm>
            <a:off x="6487668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15518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履歴・出力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87668" y="47091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監査ログ／棚卸し提案／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CSVエクスポート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機能① パーツ登録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撮るだけで、パーツ名・位置・写真が残る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2468880" cy="480060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5995" y="1561795"/>
            <a:ext cx="2271370" cy="4603090"/>
          </a:xfrm>
          <a:prstGeom prst="roundRect">
            <a:avLst>
              <a:gd name="adj" fmla="val 5326"/>
            </a:avLst>
          </a:prstGeom>
          <a:solidFill>
            <a:srgbClr val="1B262C"/>
          </a:solidFill>
          <a:ln/>
        </p:spPr>
      </p:sp>
      <p:sp>
        <p:nvSpPr>
          <p:cNvPr id="8" name="Shape 6"/>
          <p:cNvSpPr/>
          <p:nvPr/>
        </p:nvSpPr>
        <p:spPr>
          <a:xfrm>
            <a:off x="1614190" y="1617032"/>
            <a:ext cx="794979" cy="115077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5995" y="1837981"/>
            <a:ext cx="2271370" cy="3677869"/>
          </a:xfrm>
          <a:prstGeom prst="rect">
            <a:avLst/>
          </a:prstGeom>
          <a:solidFill>
            <a:srgbClr val="1B262C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701" y="2919707"/>
            <a:ext cx="1589959" cy="778843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FFFFF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216701" y="2919707"/>
            <a:ext cx="1589959" cy="778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5995" y="4217778"/>
            <a:ext cx="2271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パーツの印字に重ねて撮影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19072" y="5645656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92224" y="571880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554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登録の3ステップ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840480" y="2194560"/>
            <a:ext cx="502920" cy="50292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4526280" y="2194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26517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パーツの印字に照準を合わせてシャッター。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アプリは撮影と同時にOCR・GPSを並行処理します。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3657600"/>
            <a:ext cx="502920" cy="50292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4526280" y="3657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確認・修正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4114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OCRで読み取った文字をパーツ名としてプリフィル。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間違っていればその場で修正できます（備考も任意）。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0" y="5120640"/>
            <a:ext cx="502920" cy="50292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4526280" y="5120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55778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撮影した写真は1枚目として自動保存。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位置情報・登録者・端末ID・登録日時を一括で記録。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840480" y="5760720"/>
            <a:ext cx="7498080" cy="594360"/>
          </a:xfrm>
          <a:prstGeom prst="rect">
            <a:avLst/>
          </a:prstGeom>
          <a:solidFill>
            <a:srgbClr val="F1F6FB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5760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自動で残る項目: 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5760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緯度・経度・GPS精度・撮影元画像・OCR生テキスト・登録日時・登録者・端末ID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機能② 検索 と 地図表示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テキストでもカメラでも、すぐ見つかる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2286000" cy="43891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645920"/>
            <a:ext cx="2103120" cy="4206240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52194" y="1696395"/>
            <a:ext cx="736092" cy="105156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898294"/>
            <a:ext cx="2103120" cy="316309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" y="1898294"/>
            <a:ext cx="274320" cy="316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898294"/>
            <a:ext cx="1554480" cy="316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データを探す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2397484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F1F6FB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3974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A-12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2900404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1F6FB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9004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カ ]  カメラでスキャンして検索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34490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使用済みも表示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23160" y="3494764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0F4C75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350390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8148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OCR本文も検索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23160" y="3860524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D7E2E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23160" y="386966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52120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212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検索する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0440" y="1554480"/>
            <a:ext cx="2286000" cy="43891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1645920"/>
            <a:ext cx="2103120" cy="4206240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5394" y="1696395"/>
            <a:ext cx="736092" cy="105156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27" name="Shape 25"/>
          <p:cNvSpPr/>
          <p:nvPr/>
        </p:nvSpPr>
        <p:spPr>
          <a:xfrm>
            <a:off x="3611880" y="1898294"/>
            <a:ext cx="2103120" cy="316309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3685032" y="1898294"/>
            <a:ext cx="274320" cy="316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86200" y="1898294"/>
            <a:ext cx="1554480" cy="316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12件ヒット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1898294"/>
            <a:ext cx="457200" cy="316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11880" y="2808964"/>
            <a:ext cx="2103120" cy="4572"/>
          </a:xfrm>
          <a:prstGeom prst="rect">
            <a:avLst/>
          </a:prstGeom>
          <a:solidFill>
            <a:srgbClr val="D7E2EE"/>
          </a:solidFill>
          <a:ln/>
        </p:spPr>
      </p:sp>
      <p:sp>
        <p:nvSpPr>
          <p:cNvPr id="32" name="Text 30"/>
          <p:cNvSpPr/>
          <p:nvPr/>
        </p:nvSpPr>
        <p:spPr>
          <a:xfrm>
            <a:off x="3721608" y="23517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A-1234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68596" y="2470636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16A34A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68596" y="24706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257800" y="23517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4/20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11880" y="3311884"/>
            <a:ext cx="2103120" cy="4572"/>
          </a:xfrm>
          <a:prstGeom prst="rect">
            <a:avLst/>
          </a:prstGeom>
          <a:solidFill>
            <a:srgbClr val="D7E2EE"/>
          </a:solidFill>
          <a:ln/>
        </p:spPr>
      </p:sp>
      <p:sp>
        <p:nvSpPr>
          <p:cNvPr id="37" name="Text 35"/>
          <p:cNvSpPr/>
          <p:nvPr/>
        </p:nvSpPr>
        <p:spPr>
          <a:xfrm>
            <a:off x="3721608" y="28546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A-1235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68596" y="2973556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16A34A">
              <a:alpha val="2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768596" y="29735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257800" y="28546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11880" y="3814804"/>
            <a:ext cx="2103120" cy="4572"/>
          </a:xfrm>
          <a:prstGeom prst="rect">
            <a:avLst/>
          </a:prstGeom>
          <a:solidFill>
            <a:srgbClr val="D7E2EE"/>
          </a:solidFill>
          <a:ln/>
        </p:spPr>
      </p:sp>
      <p:sp>
        <p:nvSpPr>
          <p:cNvPr id="42" name="Text 40"/>
          <p:cNvSpPr/>
          <p:nvPr/>
        </p:nvSpPr>
        <p:spPr>
          <a:xfrm>
            <a:off x="3721608" y="33576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A-1287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68596" y="3476476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9CA3AF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768596" y="34764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CA3A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257800" y="33576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4/18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11880" y="4317724"/>
            <a:ext cx="2103120" cy="4572"/>
          </a:xfrm>
          <a:prstGeom prst="rect">
            <a:avLst/>
          </a:prstGeom>
          <a:solidFill>
            <a:srgbClr val="D7E2EE"/>
          </a:solidFill>
          <a:ln/>
        </p:spPr>
      </p:sp>
      <p:sp>
        <p:nvSpPr>
          <p:cNvPr id="47" name="Text 45"/>
          <p:cNvSpPr/>
          <p:nvPr/>
        </p:nvSpPr>
        <p:spPr>
          <a:xfrm>
            <a:off x="3721608" y="38605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A-1290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68596" y="3979396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16A34A">
              <a:alpha val="2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768596" y="39793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257800" y="38605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4/17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11880" y="4820644"/>
            <a:ext cx="2103120" cy="4572"/>
          </a:xfrm>
          <a:prstGeom prst="rect">
            <a:avLst/>
          </a:prstGeom>
          <a:solidFill>
            <a:srgbClr val="D7E2EE"/>
          </a:solidFill>
          <a:ln/>
        </p:spPr>
      </p:sp>
      <p:sp>
        <p:nvSpPr>
          <p:cNvPr id="52" name="Text 50"/>
          <p:cNvSpPr/>
          <p:nvPr/>
        </p:nvSpPr>
        <p:spPr>
          <a:xfrm>
            <a:off x="3721608" y="43634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A-1305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68596" y="4482316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16A34A">
              <a:alpha val="2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768596" y="44823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57800" y="43634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63640" y="1554480"/>
            <a:ext cx="2286000" cy="43891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355080" y="1645920"/>
            <a:ext cx="2103120" cy="4206240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7038594" y="1696395"/>
            <a:ext cx="736092" cy="105156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59" name="Shape 57"/>
          <p:cNvSpPr/>
          <p:nvPr/>
        </p:nvSpPr>
        <p:spPr>
          <a:xfrm>
            <a:off x="6355080" y="1898294"/>
            <a:ext cx="2103120" cy="316309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60" name="Text 58"/>
          <p:cNvSpPr/>
          <p:nvPr/>
        </p:nvSpPr>
        <p:spPr>
          <a:xfrm>
            <a:off x="6428232" y="1898294"/>
            <a:ext cx="274320" cy="316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629400" y="1898294"/>
            <a:ext cx="1554480" cy="316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地図で見る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355080" y="2214604"/>
            <a:ext cx="2103120" cy="3637556"/>
          </a:xfrm>
          <a:prstGeom prst="rect">
            <a:avLst/>
          </a:prstGeom>
          <a:solidFill>
            <a:srgbClr val="EAF3FA"/>
          </a:solidFill>
          <a:ln/>
        </p:spPr>
      </p:sp>
      <p:sp>
        <p:nvSpPr>
          <p:cNvPr id="63" name="Shape 61"/>
          <p:cNvSpPr/>
          <p:nvPr/>
        </p:nvSpPr>
        <p:spPr>
          <a:xfrm>
            <a:off x="6537960" y="2671804"/>
            <a:ext cx="914400" cy="457200"/>
          </a:xfrm>
          <a:prstGeom prst="ellipse">
            <a:avLst/>
          </a:prstGeom>
          <a:solidFill>
            <a:srgbClr val="DDEAD1"/>
          </a:solidFill>
          <a:ln/>
        </p:spPr>
      </p:sp>
      <p:sp>
        <p:nvSpPr>
          <p:cNvPr id="64" name="Shape 62"/>
          <p:cNvSpPr/>
          <p:nvPr/>
        </p:nvSpPr>
        <p:spPr>
          <a:xfrm>
            <a:off x="7269480" y="3494764"/>
            <a:ext cx="822960" cy="548640"/>
          </a:xfrm>
          <a:prstGeom prst="ellipse">
            <a:avLst/>
          </a:prstGeom>
          <a:solidFill>
            <a:srgbClr val="DDEAD1"/>
          </a:solidFill>
          <a:ln/>
        </p:spPr>
      </p:sp>
      <p:sp>
        <p:nvSpPr>
          <p:cNvPr id="65" name="Shape 63"/>
          <p:cNvSpPr/>
          <p:nvPr/>
        </p:nvSpPr>
        <p:spPr>
          <a:xfrm>
            <a:off x="6629400" y="2854684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03720" y="3220444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69480" y="2991844"/>
            <a:ext cx="182880" cy="1828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35240" y="3494764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86600" y="3951964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18120" y="4226284"/>
            <a:ext cx="182880" cy="1828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52360" y="4683484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724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テキスト検索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52044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検索結果一覧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26364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地図ピン表示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9098280" y="1554480"/>
            <a:ext cx="2286000" cy="4389120"/>
          </a:xfrm>
          <a:prstGeom prst="rect">
            <a:avLst/>
          </a:prstGeom>
          <a:solidFill>
            <a:srgbClr val="F1F6FB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3544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検索の特長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923544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部分一致でゆるく検索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23544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OCR生テキストも対象に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できる（誤読対策）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23544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カメラOCRした文字を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そのまま検索クエリに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923544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「12件ヒット」と件数表示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235440" y="4526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0件時はメッセージで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フィードバック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235440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地図ピンタップで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詳細画面へ直行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機能③ 状態管理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現場の動きに沿った、シンプルな2ステータス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310896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16A34A">
              <a:alpha val="1500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置場にあり、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まだ使われていない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321040" y="310896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9CA3AF">
              <a:alpha val="15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321040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組立工程で使用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（履歴として残る）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3337560"/>
            <a:ext cx="4114800" cy="411480"/>
          </a:xfrm>
          <a:prstGeom prst="rightArrow">
            <a:avLst/>
          </a:prstGeom>
          <a:solidFill>
            <a:srgbClr val="0F4C7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使用済みにする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3977640"/>
            <a:ext cx="4114800" cy="411480"/>
          </a:xfrm>
          <a:prstGeom prst="leftArrow">
            <a:avLst/>
          </a:prstGeom>
          <a:solidFill>
            <a:srgbClr val="3282B8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置場に戻す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937760"/>
            <a:ext cx="10607040" cy="1463040"/>
          </a:xfrm>
          <a:prstGeom prst="rect">
            <a:avLst/>
          </a:prstGeom>
          <a:solidFill>
            <a:srgbClr val="F1F6FB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「使用済みにする」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確認ダイアログ後、ステータスを変更。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使用日時も同時に記録。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「置場に戻す」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5440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誤って使用済みにした場合の取消用。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位置情報は登録時のものを維持。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「位置情報を更新する」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5440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100m以上動かした場合のみ実行。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現在地のGPSで上書き。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155448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1691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⚠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554480" y="1645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破壊的な操作には必ず確認ダイアログ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2011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「使用済みにする」「置場に戻す」「位置情報を更新する」「削除する」は、誤タップを防ぐため必ず確認ダイアログを挟みます。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機能④ 監査ログ ＆ 棚卸し提案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「誰が・いつ・何をしたか」が全て残る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全ての変更操作（登録・編集・状態変更・位置更新・削除など）を時系列で1行ずつ追記します。一度書いた行は更新も削除もしません（append-only）。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953512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118104"/>
            <a:ext cx="0" cy="420624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788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4/25 14:32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田中 ／ A-1234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2907792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0F4C75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069080" y="29077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666744"/>
            <a:ext cx="0" cy="420624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337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4/25 15:10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佐藤 ／ A-1234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3456432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8B5CF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069080" y="34564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位置更新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4050792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215384"/>
            <a:ext cx="0" cy="420624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3886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4/26 09:05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山田 ／ A-1234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69080" y="4005072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F5A623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40050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4599432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4764024"/>
            <a:ext cx="0" cy="420624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434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4/26 13:50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3172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山田 ／ A-1234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69080" y="4553712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16A34A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069080" y="4553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使用済みに変更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8680" y="5148072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4/27 08:15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31720" y="4983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佐藤 ／ A-1240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069080" y="5102352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0F4C75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069080" y="5102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1508760"/>
            <a:ext cx="0" cy="4572000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自動の棚卸し提案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263640" y="1965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6ヶ月以上更新されていない「保管中」パーツを1日1回検出し、まとめて使用済みに切り替えるか確認します。棚卸し作業を自動化。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63640" y="2788920"/>
            <a:ext cx="5029200" cy="338328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2788920"/>
            <a:ext cx="5029200" cy="4572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長期保管パーツの確認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4652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以下のパーツは6ヶ月以上更新されていません。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92240" y="3749040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F4C75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37307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03720" y="37490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B-0301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44000" y="374904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8ヶ月前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92240" y="4133088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F4C75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411480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03720" y="41330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B-0289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44000" y="413308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9ヶ月前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92240" y="4517136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F4C75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4498848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03720" y="451713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B-0245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44000" y="45171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11ヶ月前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46520" y="5486400"/>
            <a:ext cx="2194560" cy="438912"/>
          </a:xfrm>
          <a:prstGeom prst="roundRect">
            <a:avLst>
              <a:gd name="adj" fmla="val 16667"/>
            </a:avLst>
          </a:prstGeom>
          <a:solidFill>
            <a:srgbClr val="0F4C75"/>
          </a:solidFill>
          <a:ln/>
        </p:spPr>
      </p:sp>
      <p:sp>
        <p:nvSpPr>
          <p:cNvPr id="57" name="Text 55"/>
          <p:cNvSpPr/>
          <p:nvPr/>
        </p:nvSpPr>
        <p:spPr>
          <a:xfrm>
            <a:off x="6446520" y="54864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使用済みにする（3件）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23960" y="5486400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23960" y="54864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後で確認する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機能⑤ データの取り出し（CSVエクスポート）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棚卸し報告・原票管理にそのまま使える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2468880" cy="493776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5995" y="1653235"/>
            <a:ext cx="2271370" cy="4740250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614190" y="1710118"/>
            <a:ext cx="794979" cy="118506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5995" y="1937650"/>
            <a:ext cx="2271370" cy="356467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9147" y="1937650"/>
            <a:ext cx="274320" cy="356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50315" y="1937650"/>
            <a:ext cx="1722730" cy="356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5995" y="2431277"/>
            <a:ext cx="2271370" cy="292608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" y="2431277"/>
            <a:ext cx="1997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ユーザー情報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13155" y="2797037"/>
            <a:ext cx="90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24635" y="2797037"/>
            <a:ext cx="15855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田中 一郎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5995" y="3254237"/>
            <a:ext cx="2271370" cy="292608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1013155" y="3254237"/>
            <a:ext cx="1997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データ管理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75995" y="3574277"/>
            <a:ext cx="2271370" cy="457200"/>
          </a:xfrm>
          <a:prstGeom prst="rect">
            <a:avLst/>
          </a:prstGeom>
          <a:solidFill>
            <a:srgbClr val="F5A623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13155" y="3574277"/>
            <a:ext cx="1997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CSVエクスポート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73045" y="3574277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3703320"/>
            <a:ext cx="640080" cy="365760"/>
          </a:xfrm>
          <a:prstGeom prst="rightArrow">
            <a:avLst/>
          </a:prstGeom>
          <a:solidFill>
            <a:srgbClr val="3282B8"/>
          </a:solidFill>
          <a:ln/>
        </p:spPr>
      </p:sp>
      <p:sp>
        <p:nvSpPr>
          <p:cNvPr id="22" name="Shape 20"/>
          <p:cNvSpPr/>
          <p:nvPr/>
        </p:nvSpPr>
        <p:spPr>
          <a:xfrm>
            <a:off x="4434840" y="1554480"/>
            <a:ext cx="6949440" cy="493776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1554480"/>
            <a:ext cx="6949440" cy="457200"/>
          </a:xfrm>
          <a:prstGeom prst="rect">
            <a:avLst/>
          </a:prstGeom>
          <a:solidFill>
            <a:srgbClr val="1B262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5544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CSV   IMAZOデータ_20260425_1432.csv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194560"/>
          <a:ext cx="6675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1097280"/>
                <a:gridCol w="1371600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パーツ名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ステータス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緯度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経度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備考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登録日時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登録者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A-1234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保管中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34.0712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133.0024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歪みあり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2026-04-25 14:32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田中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A-1235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保管中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34.0710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133.0021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—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2026-04-25 14:48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田中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A-1287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使用済み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34.0718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133.0030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—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2026-04-22 10:05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佐藤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A-1290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保管中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34.0715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133.0028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—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2026-04-21 09:31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山田</a:t>
                      </a:r>
                      <a:endParaRPr lang="en-US" sz="10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572000" y="4572000"/>
            <a:ext cx="1371600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0" y="4572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CSV出力の補足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0" y="493776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UTF-8 BOM付き／CRLF改行 でExcelにそのまま読み込み可能。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出力後はメール送信、AirDrop、社内共有フォルダなどへ ShareSheet で配布できます。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ID・OCR生テキスト・更新者・使用日時・GPS精度などの全14列を出力（論理削除済みは除外）。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データの流れ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 → 検索 → 使用済み の全体像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2103120" cy="246888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28800"/>
            <a:ext cx="2103120" cy="365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 + 照準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シャッター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4932" y="2926080"/>
            <a:ext cx="173736" cy="274320"/>
          </a:xfrm>
          <a:prstGeom prst="rightArrow">
            <a:avLst/>
          </a:prstGeom>
          <a:solidFill>
            <a:srgbClr val="3282B8"/>
          </a:solidFill>
          <a:ln/>
        </p:spPr>
      </p:sp>
      <p:sp>
        <p:nvSpPr>
          <p:cNvPr id="13" name="Shape 11"/>
          <p:cNvSpPr/>
          <p:nvPr/>
        </p:nvSpPr>
        <p:spPr>
          <a:xfrm>
            <a:off x="3063240" y="1828800"/>
            <a:ext cx="2103120" cy="246888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63240" y="1828800"/>
            <a:ext cx="2103120" cy="365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識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06324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認識・取得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6324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OCR(Vision)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GPS(LocationSvc)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70932" y="2926080"/>
            <a:ext cx="173736" cy="274320"/>
          </a:xfrm>
          <a:prstGeom prst="rightArrow">
            <a:avLst/>
          </a:prstGeom>
          <a:solidFill>
            <a:srgbClr val="3282B8"/>
          </a:solidFill>
          <a:ln/>
        </p:spPr>
      </p:sp>
      <p:sp>
        <p:nvSpPr>
          <p:cNvPr id="20" name="Shape 18"/>
          <p:cNvSpPr/>
          <p:nvPr/>
        </p:nvSpPr>
        <p:spPr>
          <a:xfrm>
            <a:off x="5349240" y="1828800"/>
            <a:ext cx="2103120" cy="246888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49240" y="1828800"/>
            <a:ext cx="2103120" cy="365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34924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4924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/ PartEvent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写真ファイル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56932" y="2926080"/>
            <a:ext cx="173736" cy="274320"/>
          </a:xfrm>
          <a:prstGeom prst="rightArrow">
            <a:avLst/>
          </a:prstGeom>
          <a:solidFill>
            <a:srgbClr val="3282B8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1828800"/>
            <a:ext cx="2103120" cy="246888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35240" y="1828800"/>
            <a:ext cx="2103120" cy="365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352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探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63524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検索・閲覧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63524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テキスト検索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地図表示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42932" y="2926080"/>
            <a:ext cx="173736" cy="274320"/>
          </a:xfrm>
          <a:prstGeom prst="rightArrow">
            <a:avLst/>
          </a:prstGeom>
          <a:solidFill>
            <a:srgbClr val="3282B8"/>
          </a:solidFill>
          <a:ln/>
        </p:spPr>
      </p:sp>
      <p:sp>
        <p:nvSpPr>
          <p:cNvPr id="34" name="Shape 32"/>
          <p:cNvSpPr/>
          <p:nvPr/>
        </p:nvSpPr>
        <p:spPr>
          <a:xfrm>
            <a:off x="9921240" y="1828800"/>
            <a:ext cx="2103120" cy="246888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921240" y="1828800"/>
            <a:ext cx="2103120" cy="365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6" name="Text 34"/>
          <p:cNvSpPr/>
          <p:nvPr/>
        </p:nvSpPr>
        <p:spPr>
          <a:xfrm>
            <a:off x="992124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212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済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92124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棚卸し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92124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使用済みに変更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履歴は保持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" y="4617720"/>
            <a:ext cx="10607040" cy="1188720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" y="4709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全ての変化はPartEvent（監査ログ）に1行ずつ追記される（append-only）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0120" y="50749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登録／編集／使用済みに変更／置場に戻す／位置情報更新／写真追加・差替・削除／論理削除 のいずれが起きても、誰が・いつ・どこで・何を変えたかが必ず1行残ります。Part本体への上書きと同じトランザクションで記録されるため、後から「あれ？」となったときに必ず辿れます。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安全性 と 運用設計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現場仕様で・データの持ち方も慎重に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828800"/>
            <a:ext cx="777240" cy="777240"/>
          </a:xfrm>
          <a:prstGeom prst="ellipse">
            <a:avLst/>
          </a:prstGeom>
          <a:solidFill>
            <a:srgbClr val="0F4C75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6596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完全オフライン動作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743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電波の届かない置場でも全機能が動作。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クラウドへの接続を前提にしない設計。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28800"/>
            <a:ext cx="777240" cy="777240"/>
          </a:xfrm>
          <a:prstGeom prst="ellipse">
            <a:avLst/>
          </a:prstGeom>
          <a:solidFill>
            <a:srgbClr val="0F4C75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雲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7784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iCloudバックアップ対象外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2743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業務データを個人iCloudへ流出させない。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端末ストレージで完結。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155448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828800"/>
            <a:ext cx="777240" cy="777240"/>
          </a:xfrm>
          <a:prstGeom prst="ellipse">
            <a:avLst/>
          </a:prstGeom>
          <a:solidFill>
            <a:srgbClr val="0F4C75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錠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8972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iOS Data Protection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2743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OSのデータ保護で暗号化。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端末ロック解除前は復号不可（first user auth方式）。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06908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1560" y="4343400"/>
            <a:ext cx="777240" cy="777240"/>
          </a:xfrm>
          <a:prstGeom prst="ellipse">
            <a:avLst/>
          </a:prstGeom>
          <a:solidFill>
            <a:srgbClr val="0F4C75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録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965960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追記専用の監査ログ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1560" y="5257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PartEventは一度書いたら更新も削除もしない（append-only）。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監査・トレーサビリティに耐える構造。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406908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4343400"/>
            <a:ext cx="777240" cy="777240"/>
          </a:xfrm>
          <a:prstGeom prst="ellipse">
            <a:avLst/>
          </a:prstGeom>
          <a:solidFill>
            <a:srgbClr val="0F4C75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復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577840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論理削除のみ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63440" y="5257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誤削除しても物理データは残る。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復活が可能で監査も継続。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01000" y="406908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75320" y="4343400"/>
            <a:ext cx="777240" cy="777240"/>
          </a:xfrm>
          <a:prstGeom prst="ellipse">
            <a:avLst/>
          </a:prstGeom>
          <a:solidFill>
            <a:srgbClr val="0F4C75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27532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189720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現場特化のUX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75320" y="5257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タップ領域は最低48pt（手袋・屋外想定）。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破壊的操作は確認ダイアログを必ず挟む。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想定ユーザーと役割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誰が、何のためにこのアプリを使うか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54480"/>
            <a:ext cx="3520440" cy="13716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Shape 6"/>
          <p:cNvSpPr/>
          <p:nvPr/>
        </p:nvSpPr>
        <p:spPr>
          <a:xfrm>
            <a:off x="2080260" y="18288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0802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加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加工工程 作業者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搬出時に登録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3995928"/>
            <a:ext cx="164592" cy="164592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鉄板加工後、置場への搬出時に登録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51560" y="4544568"/>
            <a:ext cx="164592" cy="164592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OCRでパーツ番号を読み取り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5093208"/>
            <a:ext cx="164592" cy="164592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4983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後日、置場を整理した際に位置を更新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155448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1554480"/>
            <a:ext cx="3520440" cy="137160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20" name="Shape 18"/>
          <p:cNvSpPr/>
          <p:nvPr/>
        </p:nvSpPr>
        <p:spPr>
          <a:xfrm>
            <a:off x="5829300" y="18288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8293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52628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組立工程 作業者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2628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使用時にステータス変更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995928"/>
            <a:ext cx="164592" cy="164592"/>
          </a:xfrm>
          <a:prstGeom prst="ellipse">
            <a:avLst/>
          </a:prstGeom>
          <a:solidFill>
            <a:srgbClr val="3282B8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組立で使うパーツを検索（テキスト or カメラ）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4544568"/>
            <a:ext cx="164592" cy="164592"/>
          </a:xfrm>
          <a:prstGeom prst="ellipse">
            <a:avLst/>
          </a:prstGeom>
          <a:solidFill>
            <a:srgbClr val="3282B8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地図でおおよその位置を確認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5093208"/>
            <a:ext cx="164592" cy="164592"/>
          </a:xfrm>
          <a:prstGeom prst="ellipse">
            <a:avLst/>
          </a:prstGeom>
          <a:solidFill>
            <a:srgbClr val="3282B8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4983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使用後、「使用済みにする」で更新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75320" y="155448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1554480"/>
            <a:ext cx="3520440" cy="1371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Shape 30"/>
          <p:cNvSpPr/>
          <p:nvPr/>
        </p:nvSpPr>
        <p:spPr>
          <a:xfrm>
            <a:off x="9578340" y="18288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5783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827532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現場リーダー / 管理者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7532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棚卸しとデータ管理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49640" y="3995928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882396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監査ログで日々の動きを把握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49640" y="4544568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882396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棚卸し提案で長期保管パーツを処理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49640" y="5093208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1" name="Text 39"/>
          <p:cNvSpPr/>
          <p:nvPr/>
        </p:nvSpPr>
        <p:spPr>
          <a:xfrm>
            <a:off x="8823960" y="4983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定期的にCSVエクスポートで報告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同じ端末を複数人で使い回すケースは想定外（フェーズ1）。1端末＝1ユーザーの登録運用を推奨。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システム概要 と フェーズ計画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iOS純正のフレームワーク中心、外部依存は最小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使用フレームワーク（iOS純正）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F1F6FB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SwiftUI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192024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F1F6FB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データ永続化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SwiftData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42316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F1F6FB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23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AVFoundation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94760" y="242316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F1F6FB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423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Vision (VNRecognizeTextRequest)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292608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F1F6FB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926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位置情報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CoreLocation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94760" y="292608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F1F6FB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926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MapKit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611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対応端末・iOS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対象: iPhone &amp; iPad（縦向き）　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／　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最低: iOS 17.0　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／　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UI基準: iPhone SE 第3世代（4.7"）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フェーズ計画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40880" y="1965960"/>
            <a:ext cx="4297680" cy="1097280"/>
          </a:xfrm>
          <a:prstGeom prst="rect">
            <a:avLst/>
          </a:prstGeom>
          <a:solidFill>
            <a:srgbClr val="0F4C75">
              <a:alpha val="12000"/>
            </a:srgbClr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1965960"/>
            <a:ext cx="164592" cy="10972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0" name="Text 28"/>
          <p:cNvSpPr/>
          <p:nvPr/>
        </p:nvSpPr>
        <p:spPr>
          <a:xfrm>
            <a:off x="7269480" y="2011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 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6948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ローカル動作版（iPhone単体で完結）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6948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データはiPhone内にSwiftDataで保存。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CSV書き出しでExcelや共有フォルダへ展開。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3246120"/>
            <a:ext cx="4297680" cy="109728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3246120"/>
            <a:ext cx="164592" cy="10972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3291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 2（予定）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69480" y="3611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OneDrive 同期 / 複数人共有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6948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 Graph API + MSAL でクラウド同期。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複数人で同じデータを共有できるように拡張。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" y="4754880"/>
            <a:ext cx="10607040" cy="141732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4846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運用上の鉄則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0120" y="52120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監査ログは更新・削除しない（append-only）  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削除は論理削除のみ（PartEventは残す）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破壊的操作には必ず確認ダイアログ  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デフォルト表示は「保管中」のみ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⑤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iCloudバックアップ対象外（業務データの個人領域への流出を防ぐ）  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⑥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タップ領域は最低48pt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アプリ説明資料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IMAZO置場管理が現場にもたらすもの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26060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数秒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の登録時間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カメラを向けてシャッター。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OCR・GPS・写真を自動取得。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103120"/>
            <a:ext cx="26060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100%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56616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の操作履歴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全ての変化はappend-onlyの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監査ログに残ります。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2103120"/>
            <a:ext cx="26060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35508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の通信依存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完全オフラインで動作。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電波が悪い置場でも安心。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2103120"/>
            <a:ext cx="26060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914400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自動棚卸しを提案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8116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6ヶ月以上のパーツを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自動検出して提案します。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937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「探す」を仕事から消す。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造船所の現場のための、堅実な業務アプリ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操作の詳細は別冊「操作マニュアル」をご参照ください。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今治造船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IMAZO置場管理 — アプリ説明資料</dc:title>
  <dc:subject>PptxGenJS Presentation</dc:subject>
  <dc:creator>IMAZO置場管理 開発チーム</dc:creator>
  <cp:lastModifiedBy>IMAZO置場管理 開発チーム</cp:lastModifiedBy>
  <cp:revision>1</cp:revision>
  <dcterms:created xsi:type="dcterms:W3CDTF">2026-04-26T13:48:35Z</dcterms:created>
  <dcterms:modified xsi:type="dcterms:W3CDTF">2026-04-26T13:48:35Z</dcterms:modified>
</cp:coreProperties>
</file>